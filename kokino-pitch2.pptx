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4828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KOKINO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Orchestration for Complex Collaboration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3474720"/>
            <a:ext cx="18288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Opportunity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9144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are now genuinely capable—Claude Code, Gemini CLI, Droid can autonomously write code, search the web, edit files, and reason through complex problems.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if they could work together?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73152" cy="5943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Projects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0" y="274320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Architect, implementers, reviewers, testers—each agent with the right model for the job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73152" cy="5943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35204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&amp; Analysis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17520" y="352044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 case vs bear case analysts, with a synthesizer drawing conclusions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297680"/>
            <a:ext cx="73152" cy="5943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42976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Work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17520" y="429768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Lyricist, composer, producer collaborating on music—or writers, editors, fact-checkers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9144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Today, orchestrating multiple AI agents requires: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terminal windows, manually routing messages between agents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Copy/paste to share context—no structured communication channel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visibility into who's working on what, or where they're stuck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escalation path when agents deadlock or need human judgment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alternatives (CrewAI, AutoGen) use API wrappers—losing the power of native CLI agents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human becomes the message bus—it doesn't scale.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Kokino: Infrastructure for AI Teams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34747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56032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Broker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Store-and-forward routing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communicate directly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offline agents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trail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560320" cy="34747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56032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20440" y="1600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Canvas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20440" y="214884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team topology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status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Spawn from templates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progress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2560320" cy="34747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256032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1600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&amp; Boxing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214884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Deadlock detection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decisions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constraints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 slider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CLI-Native Agents?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9144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Abstractions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4023360" cy="1828800"/>
          </a:xfrm>
          <a:prstGeom prst="rect">
            <a:avLst/>
          </a:prstGeom>
          <a:solidFill>
            <a:srgbClr val="2A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wrappers with role prompts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tool use from scratch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context management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"Simulated" expertise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63440" y="13716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CLI-Native Agents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63440" y="1783080"/>
            <a:ext cx="4023360" cy="182880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192024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agentic systems out of the box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tool use, file editing, search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extensibility for custom tools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Battle-tested, production-ready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Kokino orchestrates capable autonomous systems—not prompted personas.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KOKINO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being the message bus.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managing AI teams.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3291840"/>
            <a:ext cx="18288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github.com/petervidaHU/kokino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305</Words>
  <Application>Microsoft Macintosh PowerPoint</Application>
  <PresentationFormat>On-screen Show (16:9)</PresentationFormat>
  <Paragraphs>57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Arial Black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Kokino</dc:title>
  <dc:subject>PptxGenJS Presentation</dc:subject>
  <dc:creator>Kokino</dc:creator>
  <cp:lastModifiedBy>Dean Skelton</cp:lastModifiedBy>
  <cp:revision>2</cp:revision>
  <dcterms:created xsi:type="dcterms:W3CDTF">2026-01-26T18:24:45Z</dcterms:created>
  <dcterms:modified xsi:type="dcterms:W3CDTF">2026-01-26T18:28:08Z</dcterms:modified>
</cp:coreProperties>
</file>