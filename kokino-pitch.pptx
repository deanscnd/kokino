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for Complex Collaboration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now genuinely capable—Claude Code, Gemini CLI, Droid can autonomously write code, search the web, edit files, and reason through complex problems.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they could work together?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Projects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7432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Architect, implementers, reviewers, testers—each agent with the right model for the job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5204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case vs bear case analysts, with a synthesizer drawing conclusions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42976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Lyricist, composer, producer collaborating on music—or writers, editors, fact-checkers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orchestrating multiple AI agents requires: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terminal windows, manually routing messages between agents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 to share context—no structured communication channel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who's working on what, or where they're stuck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escalation path when agents deadlock or need human judgment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alternatives (CrewAI, AutoGen) use API wrappers—losing the power of native CLI agents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becomes the message bus—it doesn't scale.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Kokino: Infrastructure for AI Teams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communicate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offline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Canvas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team topology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from templates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&amp; Boxing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decisions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constraints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slider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CLI-Native Agents?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Abstractions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828800"/>
          </a:xfrm>
          <a:prstGeom prst="rect">
            <a:avLst/>
          </a:prstGeom>
          <a:solidFill>
            <a:srgbClr val="2A3A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wrappers with role prompts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tool use from scratch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context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"Simulated" expertise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CLI-Native Agents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4023360" cy="1828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agentic systems out of the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 use, file editing,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extensibility for custom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Battle-tested, production-ready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Kokino orchestrates capable autonomous systems—not prompted personas.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KOKINO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being the message bus.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managing AI teams.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github.com/petervidaHU/kokino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for multi-agent orchestration doesn't exist yet.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betting on a paradigm shift: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Single-model prompting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377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collaborating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Human-as-router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Infrastructure-managed coordination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abstractions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CLI-native autonomous systems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23360"/>
            <a:ext cx="9144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shift happens, the TAM is knowledge work itself.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now: developers and teams who've already hit the ceiling of single-agent workflows.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Kokino</dc:title>
  <dc:subject>PptxGenJS Presentation</dc:subject>
  <dc:creator>Kokino</dc:creator>
  <cp:lastModifiedBy>Kokino</cp:lastModifiedBy>
  <cp:revision>1</cp:revision>
  <dcterms:created xsi:type="dcterms:W3CDTF">2026-01-26T18:39:12Z</dcterms:created>
  <dcterms:modified xsi:type="dcterms:W3CDTF">2026-01-26T18:39:12Z</dcterms:modified>
</cp:coreProperties>
</file>